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Glacial Indifference" charset="1" panose="00000000000000000000"/>
      <p:regular r:id="rId17"/>
    </p:embeddedFont>
    <p:embeddedFont>
      <p:font typeface="Aileron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47543">
            <a:off x="-5045990" y="-3507108"/>
            <a:ext cx="29236863" cy="24875298"/>
          </a:xfrm>
          <a:custGeom>
            <a:avLst/>
            <a:gdLst/>
            <a:ahLst/>
            <a:cxnLst/>
            <a:rect r="r" b="b" t="t" l="l"/>
            <a:pathLst>
              <a:path h="24875298" w="29236863">
                <a:moveTo>
                  <a:pt x="0" y="0"/>
                </a:moveTo>
                <a:lnTo>
                  <a:pt x="29236863" y="0"/>
                </a:lnTo>
                <a:lnTo>
                  <a:pt x="29236863" y="24875298"/>
                </a:lnTo>
                <a:lnTo>
                  <a:pt x="0" y="2487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0597" y="408820"/>
            <a:ext cx="2790758" cy="831621"/>
            <a:chOff x="0" y="0"/>
            <a:chExt cx="735014" cy="2190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5014" cy="219028"/>
            </a:xfrm>
            <a:custGeom>
              <a:avLst/>
              <a:gdLst/>
              <a:ahLst/>
              <a:cxnLst/>
              <a:rect r="r" b="b" t="t" l="l"/>
              <a:pathLst>
                <a:path h="219028" w="735014">
                  <a:moveTo>
                    <a:pt x="0" y="0"/>
                  </a:moveTo>
                  <a:lnTo>
                    <a:pt x="735014" y="0"/>
                  </a:lnTo>
                  <a:lnTo>
                    <a:pt x="735014" y="219028"/>
                  </a:lnTo>
                  <a:lnTo>
                    <a:pt x="0" y="219028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35014" cy="257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853901" y="600295"/>
            <a:ext cx="12580199" cy="7076362"/>
          </a:xfrm>
          <a:custGeom>
            <a:avLst/>
            <a:gdLst/>
            <a:ahLst/>
            <a:cxnLst/>
            <a:rect r="r" b="b" t="t" l="l"/>
            <a:pathLst>
              <a:path h="7076362" w="12580199">
                <a:moveTo>
                  <a:pt x="0" y="0"/>
                </a:moveTo>
                <a:lnTo>
                  <a:pt x="12580198" y="0"/>
                </a:lnTo>
                <a:lnTo>
                  <a:pt x="12580198" y="7076362"/>
                </a:lnTo>
                <a:lnTo>
                  <a:pt x="0" y="7076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88936" y="328823"/>
            <a:ext cx="2596700" cy="991615"/>
          </a:xfrm>
          <a:custGeom>
            <a:avLst/>
            <a:gdLst/>
            <a:ahLst/>
            <a:cxnLst/>
            <a:rect r="r" b="b" t="t" l="l"/>
            <a:pathLst>
              <a:path h="991615" w="2596700">
                <a:moveTo>
                  <a:pt x="0" y="0"/>
                </a:moveTo>
                <a:lnTo>
                  <a:pt x="2596700" y="0"/>
                </a:lnTo>
                <a:lnTo>
                  <a:pt x="2596700" y="991615"/>
                </a:lnTo>
                <a:lnTo>
                  <a:pt x="0" y="991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33620"/>
            <a:ext cx="1436790" cy="51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  <a:spcBef>
                <a:spcPct val="0"/>
              </a:spcBef>
            </a:pPr>
            <a:r>
              <a:rPr lang="en-US" sz="300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FASE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86115" y="9518168"/>
            <a:ext cx="180234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403F3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97820" y="7906191"/>
            <a:ext cx="6692360" cy="181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3471">
                <a:solidFill>
                  <a:srgbClr val="403F3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Diseño y Desarrollo de Videojuegos</a:t>
            </a:r>
          </a:p>
          <a:p>
            <a:pPr algn="ctr">
              <a:lnSpc>
                <a:spcPts val="4860"/>
              </a:lnSpc>
            </a:pPr>
            <a:r>
              <a:rPr lang="en-US" sz="3471">
                <a:solidFill>
                  <a:srgbClr val="403F3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Juegos en Red</a:t>
            </a:r>
          </a:p>
          <a:p>
            <a:pPr algn="ctr">
              <a:lnSpc>
                <a:spcPts val="486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62717" y="9633786"/>
            <a:ext cx="1924129" cy="25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2"/>
              </a:lnSpc>
            </a:pPr>
            <a:r>
              <a:rPr lang="en-US" b="true" sz="1861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GRUPO C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838257" y="1566719"/>
            <a:ext cx="1047379" cy="991615"/>
          </a:xfrm>
          <a:custGeom>
            <a:avLst/>
            <a:gdLst/>
            <a:ahLst/>
            <a:cxnLst/>
            <a:rect r="r" b="b" t="t" l="l"/>
            <a:pathLst>
              <a:path h="991615" w="1047379">
                <a:moveTo>
                  <a:pt x="0" y="0"/>
                </a:moveTo>
                <a:lnTo>
                  <a:pt x="1047379" y="0"/>
                </a:lnTo>
                <a:lnTo>
                  <a:pt x="1047379" y="991614"/>
                </a:lnTo>
                <a:lnTo>
                  <a:pt x="0" y="991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45533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47543">
            <a:off x="-5045990" y="-3507108"/>
            <a:ext cx="29236863" cy="24875298"/>
          </a:xfrm>
          <a:custGeom>
            <a:avLst/>
            <a:gdLst/>
            <a:ahLst/>
            <a:cxnLst/>
            <a:rect r="r" b="b" t="t" l="l"/>
            <a:pathLst>
              <a:path h="24875298" w="29236863">
                <a:moveTo>
                  <a:pt x="0" y="0"/>
                </a:moveTo>
                <a:lnTo>
                  <a:pt x="29236863" y="0"/>
                </a:lnTo>
                <a:lnTo>
                  <a:pt x="29236863" y="24875298"/>
                </a:lnTo>
                <a:lnTo>
                  <a:pt x="0" y="2487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535148" cy="1505252"/>
            <a:chOff x="0" y="0"/>
            <a:chExt cx="1550442" cy="30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0442" cy="309723"/>
            </a:xfrm>
            <a:custGeom>
              <a:avLst/>
              <a:gdLst/>
              <a:ahLst/>
              <a:cxnLst/>
              <a:rect r="r" b="b" t="t" l="l"/>
              <a:pathLst>
                <a:path h="309723" w="1550442">
                  <a:moveTo>
                    <a:pt x="0" y="0"/>
                  </a:moveTo>
                  <a:lnTo>
                    <a:pt x="1550442" y="0"/>
                  </a:lnTo>
                  <a:lnTo>
                    <a:pt x="1550442" y="309723"/>
                  </a:lnTo>
                  <a:lnTo>
                    <a:pt x="0" y="309723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0442" cy="35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557077"/>
            <a:ext cx="1412026" cy="1412026"/>
          </a:xfrm>
          <a:custGeom>
            <a:avLst/>
            <a:gdLst/>
            <a:ahLst/>
            <a:cxnLst/>
            <a:rect r="r" b="b" t="t" l="l"/>
            <a:pathLst>
              <a:path h="1412026" w="1412026">
                <a:moveTo>
                  <a:pt x="0" y="0"/>
                </a:moveTo>
                <a:lnTo>
                  <a:pt x="1412026" y="0"/>
                </a:lnTo>
                <a:lnTo>
                  <a:pt x="1412026" y="1412025"/>
                </a:lnTo>
                <a:lnTo>
                  <a:pt x="0" y="1412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1387" y="182962"/>
            <a:ext cx="4412373" cy="113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4"/>
              </a:lnSpc>
              <a:spcBef>
                <a:spcPct val="0"/>
              </a:spcBef>
            </a:pPr>
            <a:r>
              <a:rPr lang="en-US" sz="670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INTEGRANTES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56958" y="597936"/>
            <a:ext cx="180234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403F3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5207352"/>
            <a:ext cx="1412026" cy="1412026"/>
          </a:xfrm>
          <a:custGeom>
            <a:avLst/>
            <a:gdLst/>
            <a:ahLst/>
            <a:cxnLst/>
            <a:rect r="r" b="b" t="t" l="l"/>
            <a:pathLst>
              <a:path h="1412026" w="1412026">
                <a:moveTo>
                  <a:pt x="0" y="0"/>
                </a:moveTo>
                <a:lnTo>
                  <a:pt x="1412026" y="0"/>
                </a:lnTo>
                <a:lnTo>
                  <a:pt x="1412026" y="1412026"/>
                </a:lnTo>
                <a:lnTo>
                  <a:pt x="0" y="1412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7846274"/>
            <a:ext cx="1412026" cy="1412026"/>
          </a:xfrm>
          <a:custGeom>
            <a:avLst/>
            <a:gdLst/>
            <a:ahLst/>
            <a:cxnLst/>
            <a:rect r="r" b="b" t="t" l="l"/>
            <a:pathLst>
              <a:path h="1412026" w="1412026">
                <a:moveTo>
                  <a:pt x="0" y="0"/>
                </a:moveTo>
                <a:lnTo>
                  <a:pt x="1412026" y="0"/>
                </a:lnTo>
                <a:lnTo>
                  <a:pt x="1412026" y="1412026"/>
                </a:lnTo>
                <a:lnTo>
                  <a:pt x="0" y="1412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56111" y="8677910"/>
            <a:ext cx="1001158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03F3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Alejandro del Campo : Desarrollador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56111" y="3388712"/>
            <a:ext cx="116542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03F3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Hugo Rivera : Diseñador Grafico / Interfaz / Niveles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10082598"/>
            <a:ext cx="18288000" cy="200327"/>
            <a:chOff x="0" y="0"/>
            <a:chExt cx="3762963" cy="412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62963" cy="41220"/>
            </a:xfrm>
            <a:custGeom>
              <a:avLst/>
              <a:gdLst/>
              <a:ahLst/>
              <a:cxnLst/>
              <a:rect r="r" b="b" t="t" l="l"/>
              <a:pathLst>
                <a:path h="41220" w="3762963">
                  <a:moveTo>
                    <a:pt x="0" y="0"/>
                  </a:moveTo>
                  <a:lnTo>
                    <a:pt x="3762963" y="0"/>
                  </a:lnTo>
                  <a:lnTo>
                    <a:pt x="3762963" y="41220"/>
                  </a:lnTo>
                  <a:lnTo>
                    <a:pt x="0" y="41220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762963" cy="88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756111" y="6045552"/>
            <a:ext cx="116542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03F3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Jesús Mañas</a:t>
            </a:r>
            <a:r>
              <a:rPr lang="en-US" sz="3399">
                <a:solidFill>
                  <a:srgbClr val="403F3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Diseñador Artístico / Guionista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987240" y="3263089"/>
            <a:ext cx="6045110" cy="5520886"/>
          </a:xfrm>
          <a:custGeom>
            <a:avLst/>
            <a:gdLst/>
            <a:ahLst/>
            <a:cxnLst/>
            <a:rect r="r" b="b" t="t" l="l"/>
            <a:pathLst>
              <a:path h="5520886" w="6045110">
                <a:moveTo>
                  <a:pt x="0" y="0"/>
                </a:moveTo>
                <a:lnTo>
                  <a:pt x="6045111" y="0"/>
                </a:lnTo>
                <a:lnTo>
                  <a:pt x="6045111" y="5520886"/>
                </a:lnTo>
                <a:lnTo>
                  <a:pt x="0" y="55208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47543">
            <a:off x="-5045990" y="-3507108"/>
            <a:ext cx="29236863" cy="24875298"/>
          </a:xfrm>
          <a:custGeom>
            <a:avLst/>
            <a:gdLst/>
            <a:ahLst/>
            <a:cxnLst/>
            <a:rect r="r" b="b" t="t" l="l"/>
            <a:pathLst>
              <a:path h="24875298" w="29236863">
                <a:moveTo>
                  <a:pt x="0" y="0"/>
                </a:moveTo>
                <a:lnTo>
                  <a:pt x="29236863" y="0"/>
                </a:lnTo>
                <a:lnTo>
                  <a:pt x="29236863" y="24875298"/>
                </a:lnTo>
                <a:lnTo>
                  <a:pt x="0" y="2487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535148" cy="1505252"/>
            <a:chOff x="0" y="0"/>
            <a:chExt cx="1550442" cy="30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0442" cy="309723"/>
            </a:xfrm>
            <a:custGeom>
              <a:avLst/>
              <a:gdLst/>
              <a:ahLst/>
              <a:cxnLst/>
              <a:rect r="r" b="b" t="t" l="l"/>
              <a:pathLst>
                <a:path h="309723" w="1550442">
                  <a:moveTo>
                    <a:pt x="0" y="0"/>
                  </a:moveTo>
                  <a:lnTo>
                    <a:pt x="1550442" y="0"/>
                  </a:lnTo>
                  <a:lnTo>
                    <a:pt x="1550442" y="309723"/>
                  </a:lnTo>
                  <a:lnTo>
                    <a:pt x="0" y="309723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0442" cy="35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082598"/>
            <a:ext cx="18288000" cy="200327"/>
            <a:chOff x="0" y="0"/>
            <a:chExt cx="3762963" cy="41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62963" cy="41220"/>
            </a:xfrm>
            <a:custGeom>
              <a:avLst/>
              <a:gdLst/>
              <a:ahLst/>
              <a:cxnLst/>
              <a:rect r="r" b="b" t="t" l="l"/>
              <a:pathLst>
                <a:path h="41220" w="3762963">
                  <a:moveTo>
                    <a:pt x="0" y="0"/>
                  </a:moveTo>
                  <a:lnTo>
                    <a:pt x="3762963" y="0"/>
                  </a:lnTo>
                  <a:lnTo>
                    <a:pt x="3762963" y="41220"/>
                  </a:lnTo>
                  <a:lnTo>
                    <a:pt x="0" y="41220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62963" cy="88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826" y="179283"/>
            <a:ext cx="6547497" cy="113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4"/>
              </a:lnSpc>
              <a:spcBef>
                <a:spcPct val="0"/>
              </a:spcBef>
            </a:pPr>
            <a:r>
              <a:rPr lang="en-US" sz="670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NUESTRO PROYECTO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56958" y="597936"/>
            <a:ext cx="180234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403F3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42649" y="1890566"/>
            <a:ext cx="13402703" cy="7539020"/>
            <a:chOff x="0" y="0"/>
            <a:chExt cx="2076429" cy="11679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6429" cy="1167991"/>
            </a:xfrm>
            <a:custGeom>
              <a:avLst/>
              <a:gdLst/>
              <a:ahLst/>
              <a:cxnLst/>
              <a:rect r="r" b="b" t="t" l="l"/>
              <a:pathLst>
                <a:path h="1167991" w="2076429">
                  <a:moveTo>
                    <a:pt x="18484" y="0"/>
                  </a:moveTo>
                  <a:lnTo>
                    <a:pt x="2057945" y="0"/>
                  </a:lnTo>
                  <a:cubicBezTo>
                    <a:pt x="2068154" y="0"/>
                    <a:pt x="2076429" y="8276"/>
                    <a:pt x="2076429" y="18484"/>
                  </a:cubicBezTo>
                  <a:lnTo>
                    <a:pt x="2076429" y="1149507"/>
                  </a:lnTo>
                  <a:cubicBezTo>
                    <a:pt x="2076429" y="1159716"/>
                    <a:pt x="2068154" y="1167991"/>
                    <a:pt x="2057945" y="1167991"/>
                  </a:cubicBezTo>
                  <a:lnTo>
                    <a:pt x="18484" y="1167991"/>
                  </a:lnTo>
                  <a:cubicBezTo>
                    <a:pt x="8276" y="1167991"/>
                    <a:pt x="0" y="1159716"/>
                    <a:pt x="0" y="1149507"/>
                  </a:cubicBezTo>
                  <a:lnTo>
                    <a:pt x="0" y="18484"/>
                  </a:lnTo>
                  <a:cubicBezTo>
                    <a:pt x="0" y="8276"/>
                    <a:pt x="8276" y="0"/>
                    <a:pt x="1848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833" r="0" b="-12833"/>
              </a:stretch>
            </a:blipFill>
            <a:ln w="47625" cap="rnd">
              <a:solidFill>
                <a:srgbClr val="403F3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47543">
            <a:off x="-5045990" y="-3507108"/>
            <a:ext cx="29236863" cy="24875298"/>
          </a:xfrm>
          <a:custGeom>
            <a:avLst/>
            <a:gdLst/>
            <a:ahLst/>
            <a:cxnLst/>
            <a:rect r="r" b="b" t="t" l="l"/>
            <a:pathLst>
              <a:path h="24875298" w="29236863">
                <a:moveTo>
                  <a:pt x="0" y="0"/>
                </a:moveTo>
                <a:lnTo>
                  <a:pt x="29236863" y="0"/>
                </a:lnTo>
                <a:lnTo>
                  <a:pt x="29236863" y="24875298"/>
                </a:lnTo>
                <a:lnTo>
                  <a:pt x="0" y="2487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535148" cy="1505252"/>
            <a:chOff x="0" y="0"/>
            <a:chExt cx="1550442" cy="30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0442" cy="309723"/>
            </a:xfrm>
            <a:custGeom>
              <a:avLst/>
              <a:gdLst/>
              <a:ahLst/>
              <a:cxnLst/>
              <a:rect r="r" b="b" t="t" l="l"/>
              <a:pathLst>
                <a:path h="309723" w="1550442">
                  <a:moveTo>
                    <a:pt x="0" y="0"/>
                  </a:moveTo>
                  <a:lnTo>
                    <a:pt x="1550442" y="0"/>
                  </a:lnTo>
                  <a:lnTo>
                    <a:pt x="1550442" y="309723"/>
                  </a:lnTo>
                  <a:lnTo>
                    <a:pt x="0" y="309723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0442" cy="35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082598"/>
            <a:ext cx="18288000" cy="200327"/>
            <a:chOff x="0" y="0"/>
            <a:chExt cx="3762963" cy="41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62963" cy="41220"/>
            </a:xfrm>
            <a:custGeom>
              <a:avLst/>
              <a:gdLst/>
              <a:ahLst/>
              <a:cxnLst/>
              <a:rect r="r" b="b" t="t" l="l"/>
              <a:pathLst>
                <a:path h="41220" w="3762963">
                  <a:moveTo>
                    <a:pt x="0" y="0"/>
                  </a:moveTo>
                  <a:lnTo>
                    <a:pt x="3762963" y="0"/>
                  </a:lnTo>
                  <a:lnTo>
                    <a:pt x="3762963" y="41220"/>
                  </a:lnTo>
                  <a:lnTo>
                    <a:pt x="0" y="41220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62963" cy="88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42649" y="1890566"/>
            <a:ext cx="13402703" cy="7539020"/>
            <a:chOff x="0" y="0"/>
            <a:chExt cx="2076429" cy="1167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6429" cy="1167991"/>
            </a:xfrm>
            <a:custGeom>
              <a:avLst/>
              <a:gdLst/>
              <a:ahLst/>
              <a:cxnLst/>
              <a:rect r="r" b="b" t="t" l="l"/>
              <a:pathLst>
                <a:path h="1167991" w="2076429">
                  <a:moveTo>
                    <a:pt x="28882" y="0"/>
                  </a:moveTo>
                  <a:lnTo>
                    <a:pt x="2047548" y="0"/>
                  </a:lnTo>
                  <a:cubicBezTo>
                    <a:pt x="2063499" y="0"/>
                    <a:pt x="2076429" y="12931"/>
                    <a:pt x="2076429" y="28882"/>
                  </a:cubicBezTo>
                  <a:lnTo>
                    <a:pt x="2076429" y="1139110"/>
                  </a:lnTo>
                  <a:cubicBezTo>
                    <a:pt x="2076429" y="1155061"/>
                    <a:pt x="2063499" y="1167991"/>
                    <a:pt x="2047548" y="1167991"/>
                  </a:cubicBezTo>
                  <a:lnTo>
                    <a:pt x="28882" y="1167991"/>
                  </a:lnTo>
                  <a:cubicBezTo>
                    <a:pt x="12931" y="1167991"/>
                    <a:pt x="0" y="1155061"/>
                    <a:pt x="0" y="1139110"/>
                  </a:cubicBezTo>
                  <a:lnTo>
                    <a:pt x="0" y="28882"/>
                  </a:lnTo>
                  <a:cubicBezTo>
                    <a:pt x="0" y="12931"/>
                    <a:pt x="12931" y="0"/>
                    <a:pt x="2888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57150" cap="rnd">
              <a:solidFill>
                <a:srgbClr val="403F3F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21180" y="143872"/>
            <a:ext cx="6692787" cy="109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9"/>
              </a:lnSpc>
              <a:spcBef>
                <a:spcPct val="0"/>
              </a:spcBef>
            </a:pPr>
            <a:r>
              <a:rPr lang="en-US" sz="63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MOODBOARD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56958" y="597936"/>
            <a:ext cx="180234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403F3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47543">
            <a:off x="-5045990" y="-3507108"/>
            <a:ext cx="29236863" cy="24875298"/>
          </a:xfrm>
          <a:custGeom>
            <a:avLst/>
            <a:gdLst/>
            <a:ahLst/>
            <a:cxnLst/>
            <a:rect r="r" b="b" t="t" l="l"/>
            <a:pathLst>
              <a:path h="24875298" w="29236863">
                <a:moveTo>
                  <a:pt x="0" y="0"/>
                </a:moveTo>
                <a:lnTo>
                  <a:pt x="29236863" y="0"/>
                </a:lnTo>
                <a:lnTo>
                  <a:pt x="29236863" y="24875298"/>
                </a:lnTo>
                <a:lnTo>
                  <a:pt x="0" y="2487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535148" cy="1505252"/>
            <a:chOff x="0" y="0"/>
            <a:chExt cx="1550442" cy="30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0442" cy="309723"/>
            </a:xfrm>
            <a:custGeom>
              <a:avLst/>
              <a:gdLst/>
              <a:ahLst/>
              <a:cxnLst/>
              <a:rect r="r" b="b" t="t" l="l"/>
              <a:pathLst>
                <a:path h="309723" w="1550442">
                  <a:moveTo>
                    <a:pt x="0" y="0"/>
                  </a:moveTo>
                  <a:lnTo>
                    <a:pt x="1550442" y="0"/>
                  </a:lnTo>
                  <a:lnTo>
                    <a:pt x="1550442" y="309723"/>
                  </a:lnTo>
                  <a:lnTo>
                    <a:pt x="0" y="309723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0442" cy="35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082598"/>
            <a:ext cx="18288000" cy="200327"/>
            <a:chOff x="0" y="0"/>
            <a:chExt cx="3762963" cy="41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62963" cy="41220"/>
            </a:xfrm>
            <a:custGeom>
              <a:avLst/>
              <a:gdLst/>
              <a:ahLst/>
              <a:cxnLst/>
              <a:rect r="r" b="b" t="t" l="l"/>
              <a:pathLst>
                <a:path h="41220" w="3762963">
                  <a:moveTo>
                    <a:pt x="0" y="0"/>
                  </a:moveTo>
                  <a:lnTo>
                    <a:pt x="3762963" y="0"/>
                  </a:lnTo>
                  <a:lnTo>
                    <a:pt x="3762963" y="41220"/>
                  </a:lnTo>
                  <a:lnTo>
                    <a:pt x="0" y="41220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62963" cy="88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102902" y="2829623"/>
            <a:ext cx="12082197" cy="5739043"/>
          </a:xfrm>
          <a:custGeom>
            <a:avLst/>
            <a:gdLst/>
            <a:ahLst/>
            <a:cxnLst/>
            <a:rect r="r" b="b" t="t" l="l"/>
            <a:pathLst>
              <a:path h="5739043" w="12082197">
                <a:moveTo>
                  <a:pt x="0" y="0"/>
                </a:moveTo>
                <a:lnTo>
                  <a:pt x="12082196" y="0"/>
                </a:lnTo>
                <a:lnTo>
                  <a:pt x="12082196" y="5739043"/>
                </a:lnTo>
                <a:lnTo>
                  <a:pt x="0" y="5739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3826" y="179283"/>
            <a:ext cx="6547497" cy="113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4"/>
              </a:lnSpc>
              <a:spcBef>
                <a:spcPct val="0"/>
              </a:spcBef>
            </a:pPr>
            <a:r>
              <a:rPr lang="en-US" sz="670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LOGOTIPO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56958" y="597936"/>
            <a:ext cx="180234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403F3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47543">
            <a:off x="-5045990" y="-3507108"/>
            <a:ext cx="29236863" cy="24875298"/>
          </a:xfrm>
          <a:custGeom>
            <a:avLst/>
            <a:gdLst/>
            <a:ahLst/>
            <a:cxnLst/>
            <a:rect r="r" b="b" t="t" l="l"/>
            <a:pathLst>
              <a:path h="24875298" w="29236863">
                <a:moveTo>
                  <a:pt x="0" y="0"/>
                </a:moveTo>
                <a:lnTo>
                  <a:pt x="29236863" y="0"/>
                </a:lnTo>
                <a:lnTo>
                  <a:pt x="29236863" y="24875298"/>
                </a:lnTo>
                <a:lnTo>
                  <a:pt x="0" y="2487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535148" cy="1505252"/>
            <a:chOff x="0" y="0"/>
            <a:chExt cx="1550442" cy="30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0442" cy="309723"/>
            </a:xfrm>
            <a:custGeom>
              <a:avLst/>
              <a:gdLst/>
              <a:ahLst/>
              <a:cxnLst/>
              <a:rect r="r" b="b" t="t" l="l"/>
              <a:pathLst>
                <a:path h="309723" w="1550442">
                  <a:moveTo>
                    <a:pt x="0" y="0"/>
                  </a:moveTo>
                  <a:lnTo>
                    <a:pt x="1550442" y="0"/>
                  </a:lnTo>
                  <a:lnTo>
                    <a:pt x="1550442" y="309723"/>
                  </a:lnTo>
                  <a:lnTo>
                    <a:pt x="0" y="309723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0442" cy="35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082598"/>
            <a:ext cx="18288000" cy="200327"/>
            <a:chOff x="0" y="0"/>
            <a:chExt cx="3762963" cy="41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62963" cy="41220"/>
            </a:xfrm>
            <a:custGeom>
              <a:avLst/>
              <a:gdLst/>
              <a:ahLst/>
              <a:cxnLst/>
              <a:rect r="r" b="b" t="t" l="l"/>
              <a:pathLst>
                <a:path h="41220" w="3762963">
                  <a:moveTo>
                    <a:pt x="0" y="0"/>
                  </a:moveTo>
                  <a:lnTo>
                    <a:pt x="3762963" y="0"/>
                  </a:lnTo>
                  <a:lnTo>
                    <a:pt x="3762963" y="41220"/>
                  </a:lnTo>
                  <a:lnTo>
                    <a:pt x="0" y="41220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62963" cy="88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42649" y="1890566"/>
            <a:ext cx="13402703" cy="7539020"/>
          </a:xfrm>
          <a:custGeom>
            <a:avLst/>
            <a:gdLst/>
            <a:ahLst/>
            <a:cxnLst/>
            <a:rect r="r" b="b" t="t" l="l"/>
            <a:pathLst>
              <a:path h="7539020" w="13402703">
                <a:moveTo>
                  <a:pt x="0" y="0"/>
                </a:moveTo>
                <a:lnTo>
                  <a:pt x="13402702" y="0"/>
                </a:lnTo>
                <a:lnTo>
                  <a:pt x="13402702" y="7539021"/>
                </a:lnTo>
                <a:lnTo>
                  <a:pt x="0" y="7539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57150" cap="rnd">
            <a:solidFill>
              <a:srgbClr val="403F3F"/>
            </a:soli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421180" y="143872"/>
            <a:ext cx="6692787" cy="109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9"/>
              </a:lnSpc>
              <a:spcBef>
                <a:spcPct val="0"/>
              </a:spcBef>
            </a:pPr>
            <a:r>
              <a:rPr lang="en-US" sz="63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CONCEPTO DEL JUEGO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56958" y="597936"/>
            <a:ext cx="180234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403F3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47543">
            <a:off x="-5045990" y="-3507108"/>
            <a:ext cx="29236863" cy="24875298"/>
          </a:xfrm>
          <a:custGeom>
            <a:avLst/>
            <a:gdLst/>
            <a:ahLst/>
            <a:cxnLst/>
            <a:rect r="r" b="b" t="t" l="l"/>
            <a:pathLst>
              <a:path h="24875298" w="29236863">
                <a:moveTo>
                  <a:pt x="0" y="0"/>
                </a:moveTo>
                <a:lnTo>
                  <a:pt x="29236863" y="0"/>
                </a:lnTo>
                <a:lnTo>
                  <a:pt x="29236863" y="24875298"/>
                </a:lnTo>
                <a:lnTo>
                  <a:pt x="0" y="2487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535148" cy="1505252"/>
            <a:chOff x="0" y="0"/>
            <a:chExt cx="1550442" cy="30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0442" cy="309723"/>
            </a:xfrm>
            <a:custGeom>
              <a:avLst/>
              <a:gdLst/>
              <a:ahLst/>
              <a:cxnLst/>
              <a:rect r="r" b="b" t="t" l="l"/>
              <a:pathLst>
                <a:path h="309723" w="1550442">
                  <a:moveTo>
                    <a:pt x="0" y="0"/>
                  </a:moveTo>
                  <a:lnTo>
                    <a:pt x="1550442" y="0"/>
                  </a:lnTo>
                  <a:lnTo>
                    <a:pt x="1550442" y="309723"/>
                  </a:lnTo>
                  <a:lnTo>
                    <a:pt x="0" y="309723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0442" cy="35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082598"/>
            <a:ext cx="18288000" cy="200327"/>
            <a:chOff x="0" y="0"/>
            <a:chExt cx="3762963" cy="41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62963" cy="41220"/>
            </a:xfrm>
            <a:custGeom>
              <a:avLst/>
              <a:gdLst/>
              <a:ahLst/>
              <a:cxnLst/>
              <a:rect r="r" b="b" t="t" l="l"/>
              <a:pathLst>
                <a:path h="41220" w="3762963">
                  <a:moveTo>
                    <a:pt x="0" y="0"/>
                  </a:moveTo>
                  <a:lnTo>
                    <a:pt x="3762963" y="0"/>
                  </a:lnTo>
                  <a:lnTo>
                    <a:pt x="3762963" y="41220"/>
                  </a:lnTo>
                  <a:lnTo>
                    <a:pt x="0" y="41220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62963" cy="88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890566"/>
            <a:ext cx="7558234" cy="7539020"/>
            <a:chOff x="0" y="0"/>
            <a:chExt cx="1170968" cy="1167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0968" cy="1167991"/>
            </a:xfrm>
            <a:custGeom>
              <a:avLst/>
              <a:gdLst/>
              <a:ahLst/>
              <a:cxnLst/>
              <a:rect r="r" b="b" t="t" l="l"/>
              <a:pathLst>
                <a:path h="1167991" w="1170968">
                  <a:moveTo>
                    <a:pt x="51215" y="0"/>
                  </a:moveTo>
                  <a:lnTo>
                    <a:pt x="1119753" y="0"/>
                  </a:lnTo>
                  <a:cubicBezTo>
                    <a:pt x="1148038" y="0"/>
                    <a:pt x="1170968" y="22930"/>
                    <a:pt x="1170968" y="51215"/>
                  </a:cubicBezTo>
                  <a:lnTo>
                    <a:pt x="1170968" y="1116776"/>
                  </a:lnTo>
                  <a:cubicBezTo>
                    <a:pt x="1170968" y="1145062"/>
                    <a:pt x="1148038" y="1167991"/>
                    <a:pt x="1119753" y="1167991"/>
                  </a:cubicBezTo>
                  <a:lnTo>
                    <a:pt x="51215" y="1167991"/>
                  </a:lnTo>
                  <a:cubicBezTo>
                    <a:pt x="22930" y="1167991"/>
                    <a:pt x="0" y="1145062"/>
                    <a:pt x="0" y="1116776"/>
                  </a:cubicBezTo>
                  <a:lnTo>
                    <a:pt x="0" y="51215"/>
                  </a:lnTo>
                  <a:cubicBezTo>
                    <a:pt x="0" y="22930"/>
                    <a:pt x="22930" y="0"/>
                    <a:pt x="5121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7" r="0" b="-127"/>
              </a:stretch>
            </a:blipFill>
            <a:ln w="57150" cap="rnd">
              <a:solidFill>
                <a:srgbClr val="403F3F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21180" y="143872"/>
            <a:ext cx="6692787" cy="109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9"/>
              </a:lnSpc>
              <a:spcBef>
                <a:spcPct val="0"/>
              </a:spcBef>
            </a:pPr>
            <a:r>
              <a:rPr lang="en-US" sz="63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PERSONAJES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56958" y="597936"/>
            <a:ext cx="180234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403F3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72441" y="1890566"/>
            <a:ext cx="7558234" cy="7539020"/>
            <a:chOff x="0" y="0"/>
            <a:chExt cx="1170968" cy="1167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0968" cy="1167991"/>
            </a:xfrm>
            <a:custGeom>
              <a:avLst/>
              <a:gdLst/>
              <a:ahLst/>
              <a:cxnLst/>
              <a:rect r="r" b="b" t="t" l="l"/>
              <a:pathLst>
                <a:path h="1167991" w="1170968">
                  <a:moveTo>
                    <a:pt x="51215" y="0"/>
                  </a:moveTo>
                  <a:lnTo>
                    <a:pt x="1119753" y="0"/>
                  </a:lnTo>
                  <a:cubicBezTo>
                    <a:pt x="1148038" y="0"/>
                    <a:pt x="1170968" y="22930"/>
                    <a:pt x="1170968" y="51215"/>
                  </a:cubicBezTo>
                  <a:lnTo>
                    <a:pt x="1170968" y="1116776"/>
                  </a:lnTo>
                  <a:cubicBezTo>
                    <a:pt x="1170968" y="1145062"/>
                    <a:pt x="1148038" y="1167991"/>
                    <a:pt x="1119753" y="1167991"/>
                  </a:cubicBezTo>
                  <a:lnTo>
                    <a:pt x="51215" y="1167991"/>
                  </a:lnTo>
                  <a:cubicBezTo>
                    <a:pt x="22930" y="1167991"/>
                    <a:pt x="0" y="1145062"/>
                    <a:pt x="0" y="1116776"/>
                  </a:cubicBezTo>
                  <a:lnTo>
                    <a:pt x="0" y="51215"/>
                  </a:lnTo>
                  <a:cubicBezTo>
                    <a:pt x="0" y="22930"/>
                    <a:pt x="22930" y="0"/>
                    <a:pt x="5121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27" r="0" b="-127"/>
              </a:stretch>
            </a:blipFill>
            <a:ln w="57150" cap="rnd">
              <a:solidFill>
                <a:srgbClr val="403F3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47543">
            <a:off x="-5045990" y="-3507108"/>
            <a:ext cx="29236863" cy="24875298"/>
          </a:xfrm>
          <a:custGeom>
            <a:avLst/>
            <a:gdLst/>
            <a:ahLst/>
            <a:cxnLst/>
            <a:rect r="r" b="b" t="t" l="l"/>
            <a:pathLst>
              <a:path h="24875298" w="29236863">
                <a:moveTo>
                  <a:pt x="0" y="0"/>
                </a:moveTo>
                <a:lnTo>
                  <a:pt x="29236863" y="0"/>
                </a:lnTo>
                <a:lnTo>
                  <a:pt x="29236863" y="24875298"/>
                </a:lnTo>
                <a:lnTo>
                  <a:pt x="0" y="2487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535148" cy="1505252"/>
            <a:chOff x="0" y="0"/>
            <a:chExt cx="1550442" cy="30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0442" cy="309723"/>
            </a:xfrm>
            <a:custGeom>
              <a:avLst/>
              <a:gdLst/>
              <a:ahLst/>
              <a:cxnLst/>
              <a:rect r="r" b="b" t="t" l="l"/>
              <a:pathLst>
                <a:path h="309723" w="1550442">
                  <a:moveTo>
                    <a:pt x="0" y="0"/>
                  </a:moveTo>
                  <a:lnTo>
                    <a:pt x="1550442" y="0"/>
                  </a:lnTo>
                  <a:lnTo>
                    <a:pt x="1550442" y="309723"/>
                  </a:lnTo>
                  <a:lnTo>
                    <a:pt x="0" y="309723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0442" cy="35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082598"/>
            <a:ext cx="18288000" cy="200327"/>
            <a:chOff x="0" y="0"/>
            <a:chExt cx="3762963" cy="41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62963" cy="41220"/>
            </a:xfrm>
            <a:custGeom>
              <a:avLst/>
              <a:gdLst/>
              <a:ahLst/>
              <a:cxnLst/>
              <a:rect r="r" b="b" t="t" l="l"/>
              <a:pathLst>
                <a:path h="41220" w="3762963">
                  <a:moveTo>
                    <a:pt x="0" y="0"/>
                  </a:moveTo>
                  <a:lnTo>
                    <a:pt x="3762963" y="0"/>
                  </a:lnTo>
                  <a:lnTo>
                    <a:pt x="3762963" y="41220"/>
                  </a:lnTo>
                  <a:lnTo>
                    <a:pt x="0" y="41220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62963" cy="88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42649" y="1890566"/>
            <a:ext cx="13402703" cy="7539020"/>
            <a:chOff x="0" y="0"/>
            <a:chExt cx="2076429" cy="1167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6429" cy="1167991"/>
            </a:xfrm>
            <a:custGeom>
              <a:avLst/>
              <a:gdLst/>
              <a:ahLst/>
              <a:cxnLst/>
              <a:rect r="r" b="b" t="t" l="l"/>
              <a:pathLst>
                <a:path h="1167991" w="2076429">
                  <a:moveTo>
                    <a:pt x="28882" y="0"/>
                  </a:moveTo>
                  <a:lnTo>
                    <a:pt x="2047548" y="0"/>
                  </a:lnTo>
                  <a:cubicBezTo>
                    <a:pt x="2063499" y="0"/>
                    <a:pt x="2076429" y="12931"/>
                    <a:pt x="2076429" y="28882"/>
                  </a:cubicBezTo>
                  <a:lnTo>
                    <a:pt x="2076429" y="1139110"/>
                  </a:lnTo>
                  <a:cubicBezTo>
                    <a:pt x="2076429" y="1155061"/>
                    <a:pt x="2063499" y="1167991"/>
                    <a:pt x="2047548" y="1167991"/>
                  </a:cubicBezTo>
                  <a:lnTo>
                    <a:pt x="28882" y="1167991"/>
                  </a:lnTo>
                  <a:cubicBezTo>
                    <a:pt x="12931" y="1167991"/>
                    <a:pt x="0" y="1155061"/>
                    <a:pt x="0" y="1139110"/>
                  </a:cubicBezTo>
                  <a:lnTo>
                    <a:pt x="0" y="28882"/>
                  </a:lnTo>
                  <a:cubicBezTo>
                    <a:pt x="0" y="12931"/>
                    <a:pt x="12931" y="0"/>
                    <a:pt x="28882" y="0"/>
                  </a:cubicBezTo>
                  <a:close/>
                </a:path>
              </a:pathLst>
            </a:custGeom>
            <a:blipFill>
              <a:blip r:embed="rId4"/>
              <a:stretch>
                <a:fillRect l="-223" t="0" r="-223" b="0"/>
              </a:stretch>
            </a:blipFill>
            <a:ln w="66675" cap="rnd">
              <a:solidFill>
                <a:srgbClr val="403F3F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21180" y="143872"/>
            <a:ext cx="6692787" cy="109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9"/>
              </a:lnSpc>
              <a:spcBef>
                <a:spcPct val="0"/>
              </a:spcBef>
            </a:pPr>
            <a:r>
              <a:rPr lang="en-US" sz="63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ESCENARIO : EJEMPLO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56958" y="597936"/>
            <a:ext cx="180234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403F3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47543">
            <a:off x="-5045990" y="-3507108"/>
            <a:ext cx="29236863" cy="24875298"/>
          </a:xfrm>
          <a:custGeom>
            <a:avLst/>
            <a:gdLst/>
            <a:ahLst/>
            <a:cxnLst/>
            <a:rect r="r" b="b" t="t" l="l"/>
            <a:pathLst>
              <a:path h="24875298" w="29236863">
                <a:moveTo>
                  <a:pt x="0" y="0"/>
                </a:moveTo>
                <a:lnTo>
                  <a:pt x="29236863" y="0"/>
                </a:lnTo>
                <a:lnTo>
                  <a:pt x="29236863" y="24875298"/>
                </a:lnTo>
                <a:lnTo>
                  <a:pt x="0" y="2487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535148" cy="1505252"/>
            <a:chOff x="0" y="0"/>
            <a:chExt cx="1550442" cy="30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0442" cy="309723"/>
            </a:xfrm>
            <a:custGeom>
              <a:avLst/>
              <a:gdLst/>
              <a:ahLst/>
              <a:cxnLst/>
              <a:rect r="r" b="b" t="t" l="l"/>
              <a:pathLst>
                <a:path h="309723" w="1550442">
                  <a:moveTo>
                    <a:pt x="0" y="0"/>
                  </a:moveTo>
                  <a:lnTo>
                    <a:pt x="1550442" y="0"/>
                  </a:lnTo>
                  <a:lnTo>
                    <a:pt x="1550442" y="309723"/>
                  </a:lnTo>
                  <a:lnTo>
                    <a:pt x="0" y="309723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0442" cy="35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082598"/>
            <a:ext cx="18288000" cy="200327"/>
            <a:chOff x="0" y="0"/>
            <a:chExt cx="3762963" cy="41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62963" cy="41220"/>
            </a:xfrm>
            <a:custGeom>
              <a:avLst/>
              <a:gdLst/>
              <a:ahLst/>
              <a:cxnLst/>
              <a:rect r="r" b="b" t="t" l="l"/>
              <a:pathLst>
                <a:path h="41220" w="3762963">
                  <a:moveTo>
                    <a:pt x="0" y="0"/>
                  </a:moveTo>
                  <a:lnTo>
                    <a:pt x="3762963" y="0"/>
                  </a:lnTo>
                  <a:lnTo>
                    <a:pt x="3762963" y="41220"/>
                  </a:lnTo>
                  <a:lnTo>
                    <a:pt x="0" y="41220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62963" cy="88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3053041"/>
            <a:ext cx="8287092" cy="4652857"/>
          </a:xfrm>
          <a:custGeom>
            <a:avLst/>
            <a:gdLst/>
            <a:ahLst/>
            <a:cxnLst/>
            <a:rect r="r" b="b" t="t" l="l"/>
            <a:pathLst>
              <a:path h="4652857" w="8287092">
                <a:moveTo>
                  <a:pt x="0" y="0"/>
                </a:moveTo>
                <a:lnTo>
                  <a:pt x="8287092" y="0"/>
                </a:lnTo>
                <a:lnTo>
                  <a:pt x="8287092" y="4652857"/>
                </a:lnTo>
                <a:lnTo>
                  <a:pt x="0" y="4652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40210" y="5608070"/>
            <a:ext cx="7363404" cy="4141915"/>
          </a:xfrm>
          <a:custGeom>
            <a:avLst/>
            <a:gdLst/>
            <a:ahLst/>
            <a:cxnLst/>
            <a:rect r="r" b="b" t="t" l="l"/>
            <a:pathLst>
              <a:path h="4141915" w="7363404">
                <a:moveTo>
                  <a:pt x="0" y="0"/>
                </a:moveTo>
                <a:lnTo>
                  <a:pt x="7363404" y="0"/>
                </a:lnTo>
                <a:lnTo>
                  <a:pt x="7363404" y="4141915"/>
                </a:lnTo>
                <a:lnTo>
                  <a:pt x="0" y="4141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40210" y="1237555"/>
            <a:ext cx="7363404" cy="4141915"/>
          </a:xfrm>
          <a:custGeom>
            <a:avLst/>
            <a:gdLst/>
            <a:ahLst/>
            <a:cxnLst/>
            <a:rect r="r" b="b" t="t" l="l"/>
            <a:pathLst>
              <a:path h="4141915" w="7363404">
                <a:moveTo>
                  <a:pt x="0" y="0"/>
                </a:moveTo>
                <a:lnTo>
                  <a:pt x="7363404" y="0"/>
                </a:lnTo>
                <a:lnTo>
                  <a:pt x="7363404" y="4141915"/>
                </a:lnTo>
                <a:lnTo>
                  <a:pt x="0" y="41419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1180" y="143872"/>
            <a:ext cx="6692787" cy="109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9"/>
              </a:lnSpc>
              <a:spcBef>
                <a:spcPct val="0"/>
              </a:spcBef>
            </a:pPr>
            <a:r>
              <a:rPr lang="en-US" sz="63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MENU E INTERFAZ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56958" y="597936"/>
            <a:ext cx="180234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403F3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47543">
            <a:off x="-5045990" y="-3507108"/>
            <a:ext cx="29236863" cy="24875298"/>
          </a:xfrm>
          <a:custGeom>
            <a:avLst/>
            <a:gdLst/>
            <a:ahLst/>
            <a:cxnLst/>
            <a:rect r="r" b="b" t="t" l="l"/>
            <a:pathLst>
              <a:path h="24875298" w="29236863">
                <a:moveTo>
                  <a:pt x="0" y="0"/>
                </a:moveTo>
                <a:lnTo>
                  <a:pt x="29236863" y="0"/>
                </a:lnTo>
                <a:lnTo>
                  <a:pt x="29236863" y="24875298"/>
                </a:lnTo>
                <a:lnTo>
                  <a:pt x="0" y="2487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535148" cy="1505252"/>
            <a:chOff x="0" y="0"/>
            <a:chExt cx="1550442" cy="30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0442" cy="309723"/>
            </a:xfrm>
            <a:custGeom>
              <a:avLst/>
              <a:gdLst/>
              <a:ahLst/>
              <a:cxnLst/>
              <a:rect r="r" b="b" t="t" l="l"/>
              <a:pathLst>
                <a:path h="309723" w="1550442">
                  <a:moveTo>
                    <a:pt x="0" y="0"/>
                  </a:moveTo>
                  <a:lnTo>
                    <a:pt x="1550442" y="0"/>
                  </a:lnTo>
                  <a:lnTo>
                    <a:pt x="1550442" y="309723"/>
                  </a:lnTo>
                  <a:lnTo>
                    <a:pt x="0" y="309723"/>
                  </a:lnTo>
                  <a:close/>
                </a:path>
              </a:pathLst>
            </a:custGeom>
            <a:solidFill>
              <a:srgbClr val="403F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0442" cy="35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563067" y="1313948"/>
            <a:ext cx="9161867" cy="8367361"/>
          </a:xfrm>
          <a:custGeom>
            <a:avLst/>
            <a:gdLst/>
            <a:ahLst/>
            <a:cxnLst/>
            <a:rect r="r" b="b" t="t" l="l"/>
            <a:pathLst>
              <a:path h="8367361" w="9161867">
                <a:moveTo>
                  <a:pt x="0" y="0"/>
                </a:moveTo>
                <a:lnTo>
                  <a:pt x="9161866" y="0"/>
                </a:lnTo>
                <a:lnTo>
                  <a:pt x="9161866" y="8367361"/>
                </a:lnTo>
                <a:lnTo>
                  <a:pt x="0" y="836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3826" y="179283"/>
            <a:ext cx="6547497" cy="113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4"/>
              </a:lnSpc>
              <a:spcBef>
                <a:spcPct val="0"/>
              </a:spcBef>
            </a:pPr>
            <a:r>
              <a:rPr lang="en-US" sz="670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¿ PREGUNTAS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56958" y="597936"/>
            <a:ext cx="180234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403F3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DAHX5jIBVQY</dc:identifier>
  <dcterms:modified xsi:type="dcterms:W3CDTF">2011-08-01T06:04:30Z</dcterms:modified>
  <cp:revision>1</cp:revision>
  <dc:title>Equipo C : Fase 1</dc:title>
</cp:coreProperties>
</file>